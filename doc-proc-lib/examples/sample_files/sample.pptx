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1" r:id="rId1"/>
  </p:sldMasterIdLst>
  <p:sldIdLst>
    <p:sldId id="256" r:id="rId2"/>
    <p:sldId id="257" r:id="rId3"/>
    <p:sldId id="258" r:id="rId4"/>
    <p:sldId id="259" r:id="rId5"/>
    <p:sldId id="260" r:id="rId6"/>
    <p:sldId id="261" r:id="rId7"/>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09"/>
    <p:restoredTop sz="94598"/>
  </p:normalViewPr>
  <p:slideViewPr>
    <p:cSldViewPr snapToGrid="0">
      <p:cViewPr varScale="1">
        <p:scale>
          <a:sx n="124" d="100"/>
          <a:sy n="124" d="100"/>
        </p:scale>
        <p:origin x="512" y="4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vert="horz" lIns="91440" tIns="45720" rIns="91440" bIns="45720" rtlCol="0" anchor="b">
            <a:normAutofit/>
          </a:bodyPr>
          <a:lstStyle>
            <a:lvl1pPr>
              <a:defRPr lang="en-US" sz="4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29"/>
            <a:ext cx="11460480" cy="480373"/>
          </a:xfrm>
        </p:spPr>
        <p:txBody>
          <a:bodyPr vert="horz" lIns="91440" tIns="45720" rIns="91440" bIns="45720" rtlCol="0">
            <a:normAutofit/>
          </a:bodyPr>
          <a:lstStyle>
            <a:lvl1pPr marL="0" indent="0">
              <a:buNone/>
              <a:defRPr lang="en-US"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567B50E4-2343-4B20-80BE-1605C97DFB16}" type="datetime1">
              <a:rPr lang="en-US" smtClean="0"/>
              <a:t>8/7/25</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50106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02DE44A-7CD8-4860-9BDC-2BE4C911F6D0}" type="datetime1">
              <a:rPr lang="en-US" smtClean="0"/>
              <a:t>8/7/25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62249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361688" cy="3475236"/>
          </a:xfrm>
        </p:spPr>
        <p:txBody>
          <a:bodyPr vert="horz" lIns="91440" tIns="45720" rIns="91440" bIns="45720" rtlCol="0" anchor="b">
            <a:normAutofit/>
          </a:bodyPr>
          <a:lstStyle>
            <a:lvl1pPr>
              <a:defRPr lang="en-US" sz="54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06240" cy="1184585"/>
          </a:xfrm>
        </p:spPr>
        <p:txBody>
          <a:bodyPr vert="horz" lIns="91440" tIns="45720" rIns="91440" bIns="45720" rtlCol="0">
            <a:normAutofit/>
          </a:bodyPr>
          <a:lstStyle>
            <a:lvl1pPr marL="0" indent="0">
              <a:buNone/>
              <a:defRPr lang="en-US" sz="200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658495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453002"/>
            <a:ext cx="1707625" cy="365125"/>
          </a:xfrm>
        </p:spPr>
        <p:txBody>
          <a:bodyPr/>
          <a:lstStyle>
            <a:lvl1pPr>
              <a:defRPr>
                <a:solidFill>
                  <a:schemeClr val="tx1"/>
                </a:solidFill>
                <a:effectLst/>
              </a:defRPr>
            </a:lvl1pPr>
          </a:lstStyle>
          <a:p>
            <a:fld id="{E38EAEAF-D16E-446F-97F9-D23FB245CB45}" type="datetime1">
              <a:rPr lang="en-US" smtClean="0"/>
              <a:t>8/7/25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04290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411480"/>
            <a:ext cx="4654296" cy="3739896"/>
          </a:xfrm>
        </p:spPr>
        <p:txBody>
          <a:bodyPr vert="horz" lIns="91440" tIns="45720" rIns="91440" bIns="45720" rtlCol="0" anchor="t">
            <a:normAutofit/>
          </a:bodyPr>
          <a:lstStyle>
            <a:lvl1pPr>
              <a:defRPr lang="en-US" sz="52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4873752"/>
            <a:ext cx="4206240" cy="1380744"/>
          </a:xfrm>
        </p:spPr>
        <p:txBody>
          <a:bodyPr vert="horz" lIns="91440" tIns="45720" rIns="91440" bIns="45720" rtlCol="0" anchor="b">
            <a:normAutofit/>
          </a:bodyPr>
          <a:lstStyle>
            <a:lvl1pPr marL="0" indent="0">
              <a:buNone/>
              <a:defRPr lang="en-US"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596128" y="0"/>
            <a:ext cx="6595872"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137160" y="6453002"/>
            <a:ext cx="1951777" cy="365125"/>
          </a:xfrm>
        </p:spPr>
        <p:txBody>
          <a:bodyPr/>
          <a:lstStyle/>
          <a:p>
            <a:fld id="{782E7A21-5BA8-4C4C-9705-3A1EA342AD8A}" type="datetime1">
              <a:rPr lang="en-US" smtClean="0"/>
              <a:t>8/7/25</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2088937" y="6453002"/>
            <a:ext cx="2805405"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844578" y="6453002"/>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28678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vert="horz" lIns="91440" tIns="45720" rIns="91440" bIns="45720" rtlCol="0" anchor="t">
            <a:normAutofit/>
          </a:bodyPr>
          <a:lstStyle>
            <a:lvl1pPr>
              <a:defRPr lang="en-US" sz="7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21208" y="4473553"/>
            <a:ext cx="6655522" cy="1545336"/>
          </a:xfrm>
        </p:spPr>
        <p:txBody>
          <a:bodyPr vert="horz" lIns="91440" tIns="45720" rIns="91440" bIns="45720" rtlCol="0" anchor="b">
            <a:normAutofit/>
          </a:bodyPr>
          <a:lstStyle>
            <a:lvl1pPr marL="0" indent="0">
              <a:buNone/>
              <a:defRPr lang="en-US" sz="2200"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CBE73BE-5F1F-40EF-8F67-E3F24D65884D}" type="datetime1">
              <a:rPr lang="en-US" smtClean="0"/>
              <a:t>8/7/25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760787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08" y="854239"/>
            <a:ext cx="7876287" cy="3592629"/>
          </a:xfrm>
        </p:spPr>
        <p:txBody>
          <a:bodyPr vert="horz" lIns="91440" tIns="45720" rIns="91440" bIns="45720" rtlCol="0" anchor="b">
            <a:normAutofit/>
          </a:bodyPr>
          <a:lstStyle>
            <a:lvl1pPr>
              <a:defRPr lang="en-US" sz="72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8368" y="4617138"/>
            <a:ext cx="7375466" cy="1014984"/>
          </a:xfrm>
        </p:spPr>
        <p:txBody>
          <a:bodyPr vert="horz" lIns="91440" tIns="45720" rIns="91440" bIns="45720" rtlCol="0">
            <a:normAutofit/>
          </a:bodyPr>
          <a:lstStyle>
            <a:lvl1pPr marL="0" indent="0">
              <a:buNone/>
              <a:defRPr lang="en-US"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3C868EF1-668D-4AD0-8652-1F3B3622EDC2}" type="datetime1">
              <a:rPr lang="en-US" smtClean="0"/>
              <a:t>8/7/25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11070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E95609F-9B5B-4E29-8DB1-457A85E01A27}" type="datetime1">
              <a:rPr lang="en-US" smtClean="0"/>
              <a:t>8/7/25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52044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74320" y="1801368"/>
            <a:ext cx="7772400" cy="4572000"/>
          </a:xfrm>
        </p:spPr>
        <p:txBody>
          <a:bodyPr vert="horz" lIns="91440" tIns="45720" rIns="91440" bIns="45720" rtlCol="0" anchor="b">
            <a:normAutofit/>
          </a:bodyPr>
          <a:lstStyle>
            <a:lvl1pPr>
              <a:defRPr lang="en-US" sz="7400" dirty="0"/>
            </a:lvl1pPr>
          </a:lstStyle>
          <a:p>
            <a:pPr lvl="0"/>
            <a:r>
              <a:rPr lang="en-US" dirty="0"/>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6A0DE37-B9D6-425C-B79B-6C6DFFBD0DA2}" type="datetime1">
              <a:rPr lang="en-US" smtClean="0"/>
              <a:t>8/7/25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87806302"/>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2647" y="664108"/>
            <a:ext cx="8467558" cy="1554480"/>
          </a:xfrm>
        </p:spPr>
        <p:txBody>
          <a:bodyPr anchor="b">
            <a:normAutofit/>
          </a:bodyPr>
          <a:lstStyle>
            <a:lvl1pPr>
              <a:defRPr sz="44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333860"/>
            <a:ext cx="8467558" cy="3689909"/>
          </a:xfrm>
        </p:spPr>
        <p:txBody>
          <a:bodyPr>
            <a:normAutofit/>
          </a:bodyPr>
          <a:lstStyle>
            <a:lvl1pPr marL="457200" indent="-457200">
              <a:buFont typeface="+mj-lt"/>
              <a:buAutoNum type="arabicPeriod"/>
              <a:defRPr sz="2400"/>
            </a:lvl1pPr>
            <a:lvl2pPr marL="685800" indent="-457200">
              <a:buFont typeface="+mj-lt"/>
              <a:buAutoNum type="arabicPeriod"/>
              <a:defRPr sz="2000"/>
            </a:lvl2pPr>
            <a:lvl3pPr marL="800100" indent="-342900">
              <a:buFont typeface="+mj-lt"/>
              <a:buAutoNum type="arabicPeriod"/>
              <a:defRPr sz="1800"/>
            </a:lvl3pPr>
            <a:lvl4pPr marL="1028700" indent="-342900">
              <a:buFont typeface="+mj-lt"/>
              <a:buAutoNum type="arabicPeriod"/>
              <a:defRPr sz="1600"/>
            </a:lvl4pPr>
            <a:lvl5pPr marL="1257300" indent="-342900">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1045B0EE-4023-4E3C-8875-10AA631453CF}" type="datetime1">
              <a:rPr lang="en-US" smtClean="0"/>
              <a:t>8/7/25</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23636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0" y="1161288"/>
            <a:ext cx="4663440" cy="1554480"/>
          </a:xfrm>
        </p:spPr>
        <p:txBody>
          <a:bodyPr anchor="b">
            <a:normAutofit/>
          </a:bodyPr>
          <a:lstStyle>
            <a:lvl1pPr>
              <a:defRPr sz="4000"/>
            </a:lvl1pPr>
          </a:lstStyle>
          <a:p>
            <a:r>
              <a:rPr lang="en-US" dirty="0"/>
              <a:t>Click to edit Master title style</a:t>
            </a:r>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0" y="0"/>
            <a:ext cx="6099048"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58000" y="2825496"/>
            <a:ext cx="4663440" cy="3337560"/>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857999" y="6453002"/>
            <a:ext cx="1996689" cy="365125"/>
          </a:xfrm>
        </p:spPr>
        <p:txBody>
          <a:bodyPr/>
          <a:lstStyle/>
          <a:p>
            <a:fld id="{CE6CA204-B091-40ED-8158-331EE628B522}" type="datetime1">
              <a:rPr lang="en-US" smtClean="0"/>
              <a:t>8/7/25</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205188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3692F09-9D88-4105-92F6-7298804EAA90}" type="datetime1">
              <a:rPr lang="en-US" smtClean="0"/>
              <a:t>8/7/25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409525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3744F96-061D-4D71-97A2-2371A43FDE7C}" type="datetime1">
              <a:rPr lang="en-US" smtClean="0"/>
              <a:t>8/7/25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185276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C5FE133-02A7-439F-9131-2680F754099D}" type="datetime1">
              <a:rPr lang="en-US" smtClean="0"/>
              <a:t>8/7/25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612073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91BF7DD-C7D0-4333-B18D-CCAF5427F9DD}" type="datetime1">
              <a:rPr lang="en-US" smtClean="0"/>
              <a:t>8/7/25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635229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0415979-091A-4302-A385-56FC1CE52E32}" type="datetime1">
              <a:rPr lang="en-US" smtClean="0"/>
              <a:t>8/7/25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377077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38937" y="548640"/>
            <a:ext cx="6093225" cy="1143000"/>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38937" y="1828800"/>
            <a:ext cx="6071616"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538937" y="6453002"/>
            <a:ext cx="3337584" cy="365125"/>
          </a:xfrm>
        </p:spPr>
        <p:txBody>
          <a:bodyPr/>
          <a:lstStyle/>
          <a:p>
            <a:fld id="{7836D543-476D-434F-B209-1A114B2E3F04}" type="datetime1">
              <a:rPr lang="en-US" smtClean="0"/>
              <a:t>8/7/25</a:t>
            </a:fld>
            <a:endParaRPr lang="en-US"/>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159827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6135624" cy="1143000"/>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828800"/>
            <a:ext cx="6135624"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p:txBody>
          <a:bodyPr/>
          <a:lstStyle/>
          <a:p>
            <a:fld id="{83DD0F20-7689-42E6-8664-6AA00B79F132}" type="datetime1">
              <a:rPr lang="en-US" smtClean="0"/>
              <a:t>8/7/25</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453002"/>
            <a:ext cx="2805405" cy="365125"/>
          </a:xfrm>
        </p:spPr>
        <p:txBody>
          <a:bodyPr/>
          <a:lstStyle/>
          <a:p>
            <a:r>
              <a:rPr lang="en-US"/>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453002"/>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255234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45736" y="320040"/>
            <a:ext cx="6858000" cy="932688"/>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45736" y="1380744"/>
            <a:ext cx="6858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453002"/>
            <a:ext cx="3494314" cy="365125"/>
          </a:xfrm>
        </p:spPr>
        <p:txBody>
          <a:bodyPr/>
          <a:lstStyle/>
          <a:p>
            <a:fld id="{30F2F577-5BDA-4749-9F3F-0D340DC0D6A8}" type="datetime1">
              <a:rPr lang="en-US" smtClean="0"/>
              <a:t>8/7/25</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913722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320040"/>
            <a:ext cx="6858000" cy="93268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380744"/>
            <a:ext cx="6858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p:txBody>
          <a:bodyPr/>
          <a:lstStyle/>
          <a:p>
            <a:fld id="{AC9378AD-A6D7-4162-BB5C-47C49B2E145B}" type="datetime1">
              <a:rPr lang="en-US" smtClean="0"/>
              <a:t>8/7/25</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453002"/>
            <a:ext cx="2805405"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453002"/>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773259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53808" y="584339"/>
            <a:ext cx="4361688" cy="1527048"/>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6611509"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12975"/>
            <a:ext cx="4362450"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453002"/>
            <a:ext cx="1622776" cy="365125"/>
          </a:xfrm>
        </p:spPr>
        <p:txBody>
          <a:bodyPr/>
          <a:lstStyle>
            <a:lvl1pPr>
              <a:defRPr>
                <a:solidFill>
                  <a:schemeClr val="tx1"/>
                </a:solidFill>
                <a:effectLst/>
              </a:defRPr>
            </a:lvl1pPr>
          </a:lstStyle>
          <a:p>
            <a:fld id="{C67B65D3-547A-48A8-9F1F-13ED0B55ACC6}" type="datetime1">
              <a:rPr lang="en-US" smtClean="0"/>
              <a:t>8/7/25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652440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4361688" cy="152704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4360863"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76A7CFE7-E645-4439-AA6B-DA8CF856D63E}" type="datetime1">
              <a:rPr lang="en-US" smtClean="0"/>
              <a:t>8/7/25</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9058165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320040"/>
            <a:ext cx="4522936" cy="932688"/>
          </a:xfrm>
        </p:spPr>
        <p:txBody>
          <a:bodyPr anchor="b"/>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380744"/>
            <a:ext cx="4512601"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453002"/>
            <a:ext cx="1772029" cy="365125"/>
          </a:xfrm>
        </p:spPr>
        <p:txBody>
          <a:bodyPr/>
          <a:lstStyle>
            <a:lvl1pPr>
              <a:defRPr>
                <a:solidFill>
                  <a:schemeClr val="tx1"/>
                </a:solidFill>
                <a:effectLst/>
              </a:defRPr>
            </a:lvl1pPr>
          </a:lstStyle>
          <a:p>
            <a:fld id="{E8B2C0DB-994F-48B0-91F4-5F06C3B86E32}" type="datetime1">
              <a:rPr lang="en-US" smtClean="0"/>
              <a:t>8/7/25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98717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20040"/>
            <a:ext cx="4572000" cy="932688"/>
          </a:xfrm>
        </p:spPr>
        <p:txBody>
          <a:bodyPr anchor="b"/>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380744"/>
            <a:ext cx="4572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D3F6A089-BE3E-4BB0-98EE-FDF712FF3613}" type="datetime1">
              <a:rPr lang="en-US" smtClean="0"/>
              <a:t>8/7/25</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588672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83413"/>
            <a:ext cx="3401568" cy="1527048"/>
          </a:xfrm>
        </p:spPr>
        <p:txBody>
          <a:bodyPr anchor="b">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212975"/>
            <a:ext cx="3401568"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212663" y="6453002"/>
            <a:ext cx="922372" cy="365125"/>
          </a:xfrm>
        </p:spPr>
        <p:txBody>
          <a:bodyPr/>
          <a:lstStyle/>
          <a:p>
            <a:fld id="{AC101298-AE91-4071-9C72-5A98117ABE14}" type="datetime1">
              <a:rPr lang="en-US" smtClean="0"/>
              <a:t>8/7/25</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453002"/>
            <a:ext cx="2546891"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404552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3401568" cy="1527048"/>
          </a:xfrm>
        </p:spPr>
        <p:txBody>
          <a:bodyPr anchor="b">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3401568"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1067625" cy="365125"/>
          </a:xfrm>
        </p:spPr>
        <p:txBody>
          <a:bodyPr/>
          <a:lstStyle/>
          <a:p>
            <a:fld id="{EABE4333-790C-44CD-B503-F52418ED809A}" type="datetime1">
              <a:rPr lang="en-US" smtClean="0"/>
              <a:t>8/7/25</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761780" y="0"/>
            <a:ext cx="7430219"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453002"/>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6304074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781365"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3273552" cy="2953512"/>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453002"/>
            <a:ext cx="1003659" cy="365125"/>
          </a:xfrm>
        </p:spPr>
        <p:txBody>
          <a:bodyPr/>
          <a:lstStyle>
            <a:lvl1pPr>
              <a:defRPr>
                <a:solidFill>
                  <a:schemeClr val="tx1"/>
                </a:solidFill>
                <a:effectLst/>
              </a:defRPr>
            </a:lvl1pPr>
          </a:lstStyle>
          <a:p>
            <a:fld id="{D2397CCD-8E49-4379-8DCB-9F17CAEDFC10}" type="datetime1">
              <a:rPr lang="en-US" smtClean="0"/>
              <a:t>8/7/25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453002"/>
            <a:ext cx="233516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0858974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A6146F6-C62B-441B-BAD2-D550454B4D53}" type="datetime1">
              <a:rPr lang="en-US" smtClean="0"/>
              <a:t>8/7/25</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83657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0383A68-D563-4FD5-B11F-54F8D5F1E37F}" type="datetime1">
              <a:rPr lang="en-US" smtClean="0"/>
              <a:t>8/7/25</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0533645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3079730"/>
            <a:ext cx="12192000" cy="377827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p:spPr>
        <p:txBody>
          <a:bodyPr/>
          <a:lstStyle/>
          <a:p>
            <a:fld id="{3148FABB-02FF-476F-AB37-BDD0E354E780}" type="datetime1">
              <a:rPr lang="en-US" smtClean="0"/>
              <a:t>8/7/25</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6392978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12645" y="1828800"/>
            <a:ext cx="6172200" cy="4425696"/>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27395" y="1828800"/>
            <a:ext cx="4251960" cy="44288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CA428D3-736A-4038-886C-8BF662AA2745}" type="datetime1">
              <a:rPr lang="en-US" smtClean="0"/>
              <a:t>8/7/25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3556390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12648" y="2290890"/>
            <a:ext cx="4672584" cy="4041648"/>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ED1DDEB-9B85-4E99-8A3D-ABE66C6280C3}" type="datetime1">
              <a:rPr lang="en-US" smtClean="0"/>
              <a:t>8/7/25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2460855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31521" y="2295144"/>
            <a:ext cx="3490176" cy="4041648"/>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7A65DCA-443F-4667-9ED1-418507CE45A8}" type="datetime1">
              <a:rPr lang="en-US" smtClean="0"/>
              <a:t>8/7/25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343971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ig Numb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694944" y="4718304"/>
            <a:ext cx="5897880" cy="1353312"/>
          </a:xfrm>
        </p:spPr>
        <p:txBody>
          <a:bodyPr vert="horz" lIns="91440" tIns="45720" rIns="91440" bIns="45720" rtlCol="0" anchor="t">
            <a:normAutofit/>
          </a:bodyPr>
          <a:lstStyle>
            <a:lvl1pPr>
              <a:lnSpc>
                <a:spcPct val="120000"/>
              </a:lnSpc>
              <a:defRPr lang="en-US" sz="2800" b="0" dirty="0">
                <a:solidFill>
                  <a:schemeClr val="accent1">
                    <a:lumMod val="75000"/>
                  </a:schemeClr>
                </a:solidFill>
                <a:latin typeface="+mn-lt"/>
              </a:defRPr>
            </a:lvl1pPr>
          </a:lstStyle>
          <a:p>
            <a:pPr lvl="0"/>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39496" y="603503"/>
            <a:ext cx="10826496" cy="4334256"/>
          </a:xfrm>
        </p:spPr>
        <p:txBody>
          <a:bodyPr vert="horz" lIns="91440" tIns="45720" rIns="91440" bIns="45720" rtlCol="0" anchor="b">
            <a:normAutofit/>
          </a:bodyPr>
          <a:lstStyle>
            <a:lvl1pPr marL="0" indent="0">
              <a:lnSpc>
                <a:spcPct val="90000"/>
              </a:lnSpc>
              <a:spcBef>
                <a:spcPts val="0"/>
              </a:spcBef>
              <a:buNone/>
              <a:defRPr lang="en-US" sz="23200" b="1" dirty="0">
                <a:solidFill>
                  <a:schemeClr val="accent1">
                    <a:lumMod val="75000"/>
                  </a:schemeClr>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8CA1557D-4816-44D0-B6EE-6CAC6E30B54D}" type="datetime1">
              <a:rPr lang="en-US" smtClean="0"/>
              <a:t>8/7/25</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5185101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ig Numb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accent1">
                    <a:lumMod val="75000"/>
                  </a:schemeClr>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a:solidFill>
                  <a:schemeClr val="accent1">
                    <a:lumMod val="75000"/>
                  </a:schemeClr>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651F872E-5ED2-46B0-83A4-0C1AF0E0D91C}" type="datetime1">
              <a:rPr lang="en-US" smtClean="0"/>
              <a:t>8/7/25</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314848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ig Number 3">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4B1ECB8-9E10-D2F3-E361-7D268551E2E2}"/>
              </a:ext>
            </a:extLst>
          </p:cNvPr>
          <p:cNvSpPr/>
          <p:nvPr/>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tx1"/>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C6218575-0C6E-47B4-936E-32183810D7BF}" type="datetime1">
              <a:rPr lang="en-US" smtClean="0"/>
              <a:t>8/7/25</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37410872"/>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91C29FB5-1C86-423F-AEAA-2683840666C3}" type="datetime1">
              <a:rPr lang="en-US" smtClean="0"/>
              <a:t>8/7/25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523551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111CCB4E-88AF-46AC-B7C5-30308F179659}" type="datetime1">
              <a:rPr lang="en-US" smtClean="0"/>
              <a:t>8/7/25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p:spPr>
        <p:txBody>
          <a:bodyPr anchor="b">
            <a:norm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742630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BA915B6-CC2A-4462-A7E5-B3080DF8F97D}" type="datetime1">
              <a:rPr lang="en-US" smtClean="0"/>
              <a:t>8/7/25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rm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187649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8" y="5431536"/>
            <a:ext cx="9021471" cy="466344"/>
          </a:xfrm>
        </p:spPr>
        <p:txBody>
          <a:bodyPr anchor="ctr">
            <a:normAutofit/>
          </a:bodyPr>
          <a:lstStyle>
            <a:lvl1pPr>
              <a:lnSpc>
                <a:spcPct val="120000"/>
              </a:lnSpc>
              <a:defRPr sz="220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657600"/>
          </a:xfrm>
        </p:spPr>
        <p:txBody>
          <a:bodyPr anchor="ctr">
            <a:normAutofit/>
          </a:bodyPr>
          <a:lstStyle>
            <a:lvl1pPr marL="164592" indent="-164592">
              <a:lnSpc>
                <a:spcPct val="100000"/>
              </a:lnSpc>
              <a:spcBef>
                <a:spcPts val="0"/>
              </a:spcBef>
              <a:buNone/>
              <a:defRPr sz="40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506188F7-A494-4EEB-A53D-2B97B1D4CD3C}" type="datetime1">
              <a:rPr lang="en-US" smtClean="0"/>
              <a:t>8/7/25</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1318815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6DECC02-1725-49EE-C93B-A4C2C4049458}"/>
              </a:ext>
            </a:extLst>
          </p:cNvPr>
          <p:cNvSpPr/>
          <p:nvPr/>
        </p:nvSpPr>
        <p:spPr>
          <a:xfrm>
            <a:off x="0" y="1"/>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349240"/>
            <a:ext cx="9043416"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344168"/>
            <a:ext cx="9198864" cy="3291840"/>
          </a:xfrm>
        </p:spPr>
        <p:txBody>
          <a:bodyPr anchor="ctr">
            <a:normAutofit/>
          </a:bodyPr>
          <a:lstStyle>
            <a:lvl1pPr marL="164592" indent="-164592">
              <a:lnSpc>
                <a:spcPct val="100000"/>
              </a:lnSpc>
              <a:spcBef>
                <a:spcPts val="0"/>
              </a:spcBef>
              <a:buNone/>
              <a:defRPr sz="40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9F406BC0-1562-42E5-89A2-925CA193C8A6}" type="datetime1">
              <a:rPr lang="en-US" smtClean="0"/>
              <a:t>8/7/25</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32307105"/>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790041" y="5669280"/>
            <a:ext cx="8805672" cy="466344"/>
          </a:xfrm>
        </p:spPr>
        <p:txBody>
          <a:bodyPr anchor="ctr">
            <a:normAutofit/>
          </a:bodyPr>
          <a:lstStyle>
            <a:lvl1pPr>
              <a:lnSpc>
                <a:spcPct val="120000"/>
              </a:lnSpc>
              <a:defRPr sz="220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3474720"/>
          </a:xfrm>
        </p:spPr>
        <p:txBody>
          <a:bodyPr anchor="ctr">
            <a:normAutofit/>
          </a:bodyPr>
          <a:lstStyle>
            <a:lvl1pPr marL="164592" indent="-164592">
              <a:lnSpc>
                <a:spcPct val="100000"/>
              </a:lnSpc>
              <a:spcBef>
                <a:spcPts val="0"/>
              </a:spcBef>
              <a:buNone/>
              <a:defRPr sz="42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507F376A-778D-45CF-8340-DB03B2DA6A3E}" type="datetime1">
              <a:rPr lang="en-US" smtClean="0"/>
              <a:t>8/7/25</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9142405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dirty="0"/>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612775"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B9DFF5A-622E-43FE-9EE9-BAAB78AB2046}" type="datetime1">
              <a:rPr lang="en-US" smtClean="0"/>
              <a:t>8/7/25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0248438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609600" y="2387600"/>
            <a:ext cx="5157788" cy="3763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387600"/>
            <a:ext cx="5183188" cy="3763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F55C09E-FF30-4AA0-A227-171955622259}" type="datetime1">
              <a:rPr lang="en-US" smtClean="0"/>
              <a:t>8/7/25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456401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97B279FF-407B-4B41-9E69-DE66ED04A328}" type="datetime1">
              <a:rPr lang="en-US" smtClean="0"/>
              <a:t>8/7/25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1552376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803E812-757D-4139-AF81-227C72D4B544}" type="datetime1">
              <a:rPr lang="en-US" smtClean="0"/>
              <a:t>8/7/25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684937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53616"/>
            <a:ext cx="3595634" cy="1757505"/>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07D6A7E1-C424-43A5-938A-12DEC0A1D59D}" type="datetime1">
              <a:rPr lang="en-US" smtClean="0"/>
              <a:t>8/7/25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6918152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57784"/>
            <a:ext cx="3595634" cy="2212313"/>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063319" y="557784"/>
            <a:ext cx="6519080" cy="5779007"/>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807C4FC2-B89B-4919-A96B-662A3584681C}" type="datetime1">
              <a:rPr lang="en-US" smtClean="0"/>
              <a:t>8/7/25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5639253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6" y="1847088"/>
            <a:ext cx="10888473" cy="1133856"/>
          </a:xfrm>
        </p:spPr>
        <p:txBody>
          <a:bodyPr anchor="b">
            <a:normAutofit/>
          </a:bodyPr>
          <a:lstStyle>
            <a:lvl1pPr>
              <a:defRPr sz="6000"/>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594099"/>
            <a:ext cx="10890374"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C24BE51-D660-433D-AABA-154BE028E64E}" type="datetime1">
              <a:rPr lang="en-US" smtClean="0"/>
              <a:t>8/7/25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41885346"/>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rmAutofit/>
          </a:bodyPr>
          <a:lstStyle>
            <a:lvl1pPr>
              <a:defRPr sz="6000"/>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279615"/>
          </a:xfrm>
        </p:spPr>
        <p:txBody>
          <a:bodyPr>
            <a:norm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B61F76E-6064-4431-B5C4-29A511725BCF}" type="datetime1">
              <a:rPr lang="en-US" smtClean="0"/>
              <a:t>8/7/25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44312469"/>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5EE9E671-1C83-40F7-9D33-FE8AAC7F721F}" type="datetime1">
              <a:rPr lang="en-US" smtClean="0"/>
              <a:t>8/7/25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828528720"/>
      </p:ext>
    </p:extLst>
  </p:cSld>
  <p:clrMap bg1="lt1" tx1="dk1" bg2="lt2" tx2="dk2" accent1="accent1" accent2="accent2" accent3="accent3" accent4="accent4" accent5="accent5" accent6="accent6" hlink="hlink" folHlink="folHlink"/>
  <p:sldLayoutIdLst>
    <p:sldLayoutId id="2147483750"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 id="2147483718" r:id="rId18"/>
    <p:sldLayoutId id="2147483719" r:id="rId19"/>
    <p:sldLayoutId id="2147483720" r:id="rId20"/>
    <p:sldLayoutId id="2147483721" r:id="rId21"/>
    <p:sldLayoutId id="2147483722" r:id="rId22"/>
    <p:sldLayoutId id="2147483723" r:id="rId23"/>
    <p:sldLayoutId id="2147483724" r:id="rId24"/>
    <p:sldLayoutId id="2147483725" r:id="rId25"/>
    <p:sldLayoutId id="2147483726" r:id="rId26"/>
    <p:sldLayoutId id="2147483727" r:id="rId27"/>
    <p:sldLayoutId id="2147483728" r:id="rId28"/>
    <p:sldLayoutId id="2147483729" r:id="rId29"/>
    <p:sldLayoutId id="2147483730" r:id="rId30"/>
    <p:sldLayoutId id="2147483731" r:id="rId31"/>
    <p:sldLayoutId id="2147483732" r:id="rId32"/>
    <p:sldLayoutId id="2147483733" r:id="rId33"/>
    <p:sldLayoutId id="2147483734" r:id="rId34"/>
    <p:sldLayoutId id="2147483735" r:id="rId35"/>
    <p:sldLayoutId id="2147483736" r:id="rId36"/>
    <p:sldLayoutId id="2147483749" r:id="rId37"/>
    <p:sldLayoutId id="2147483737" r:id="rId38"/>
    <p:sldLayoutId id="2147483738" r:id="rId39"/>
    <p:sldLayoutId id="2147483739" r:id="rId40"/>
    <p:sldLayoutId id="2147483740" r:id="rId41"/>
    <p:sldLayoutId id="2147483741" r:id="rId42"/>
    <p:sldLayoutId id="2147483742" r:id="rId43"/>
    <p:sldLayoutId id="2147483743" r:id="rId44"/>
    <p:sldLayoutId id="2147483744" r:id="rId45"/>
    <p:sldLayoutId id="2147483745" r:id="rId46"/>
    <p:sldLayoutId id="2147483746" r:id="rId47"/>
    <p:sldLayoutId id="2147483747" r:id="rId48"/>
    <p:sldLayoutId id="2147483748" r:id="rId49"/>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D6051-710C-B0EF-E366-70FBD004023D}"/>
              </a:ext>
            </a:extLst>
          </p:cNvPr>
          <p:cNvSpPr>
            <a:spLocks noGrp="1"/>
          </p:cNvSpPr>
          <p:nvPr>
            <p:ph type="ctrTitle"/>
          </p:nvPr>
        </p:nvSpPr>
        <p:spPr>
          <a:xfrm>
            <a:off x="365760" y="5218032"/>
            <a:ext cx="11460480" cy="786384"/>
          </a:xfrm>
        </p:spPr>
        <p:txBody>
          <a:bodyPr anchor="b">
            <a:normAutofit/>
          </a:bodyPr>
          <a:lstStyle/>
          <a:p>
            <a:r>
              <a:rPr lang="en-AE" dirty="0"/>
              <a:t>Lorem Ipsum</a:t>
            </a:r>
          </a:p>
        </p:txBody>
      </p:sp>
      <p:sp>
        <p:nvSpPr>
          <p:cNvPr id="3" name="Subtitle 2">
            <a:extLst>
              <a:ext uri="{FF2B5EF4-FFF2-40B4-BE49-F238E27FC236}">
                <a16:creationId xmlns:a16="http://schemas.microsoft.com/office/drawing/2014/main" id="{6B2DE48C-4DD3-99A8-25D4-54F873DEDF60}"/>
              </a:ext>
            </a:extLst>
          </p:cNvPr>
          <p:cNvSpPr>
            <a:spLocks noGrp="1"/>
          </p:cNvSpPr>
          <p:nvPr>
            <p:ph type="subTitle" idx="1"/>
          </p:nvPr>
        </p:nvSpPr>
        <p:spPr>
          <a:xfrm>
            <a:off x="365760" y="5972629"/>
            <a:ext cx="11460480" cy="480373"/>
          </a:xfrm>
        </p:spPr>
        <p:txBody>
          <a:bodyPr>
            <a:normAutofit/>
          </a:bodyPr>
          <a:lstStyle/>
          <a:p>
            <a:r>
              <a:rPr lang="en-AE" dirty="0"/>
              <a:t>Sample Presentation</a:t>
            </a:r>
          </a:p>
        </p:txBody>
      </p:sp>
      <p:sp>
        <p:nvSpPr>
          <p:cNvPr id="8" name="Picture Placeholder 3">
            <a:extLst>
              <a:ext uri="{FF2B5EF4-FFF2-40B4-BE49-F238E27FC236}">
                <a16:creationId xmlns:a16="http://schemas.microsoft.com/office/drawing/2014/main" id="{94E30E51-491A-16F7-A177-B4238900B488}"/>
              </a:ext>
            </a:extLst>
          </p:cNvPr>
          <p:cNvSpPr>
            <a:spLocks noGrp="1"/>
          </p:cNvSpPr>
          <p:nvPr>
            <p:ph type="pic" sz="quarter" idx="13"/>
          </p:nvPr>
        </p:nvSpPr>
        <p:spPr>
          <a:xfrm>
            <a:off x="0" y="0"/>
            <a:ext cx="12191999" cy="4986425"/>
          </a:xfrm>
        </p:spPr>
        <p:txBody>
          <a:bodyPr/>
          <a:lstStyle/>
          <a:p>
            <a:endParaRPr lang="en-AE"/>
          </a:p>
        </p:txBody>
      </p:sp>
    </p:spTree>
    <p:extLst>
      <p:ext uri="{BB962C8B-B14F-4D97-AF65-F5344CB8AC3E}">
        <p14:creationId xmlns:p14="http://schemas.microsoft.com/office/powerpoint/2010/main" val="4232957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1F1A2-4796-1722-0B6A-F2564744E909}"/>
              </a:ext>
            </a:extLst>
          </p:cNvPr>
          <p:cNvSpPr>
            <a:spLocks noGrp="1"/>
          </p:cNvSpPr>
          <p:nvPr>
            <p:ph type="title"/>
          </p:nvPr>
        </p:nvSpPr>
        <p:spPr/>
        <p:txBody>
          <a:bodyPr/>
          <a:lstStyle/>
          <a:p>
            <a:r>
              <a:rPr lang="en-AE" dirty="0"/>
              <a:t>Introduction to Lorem Ipsum </a:t>
            </a:r>
          </a:p>
        </p:txBody>
      </p:sp>
      <p:sp>
        <p:nvSpPr>
          <p:cNvPr id="3" name="Content Placeholder 2">
            <a:extLst>
              <a:ext uri="{FF2B5EF4-FFF2-40B4-BE49-F238E27FC236}">
                <a16:creationId xmlns:a16="http://schemas.microsoft.com/office/drawing/2014/main" id="{C5F6CA10-832F-3F92-DBAB-A9BCBB1A24F6}"/>
              </a:ext>
            </a:extLst>
          </p:cNvPr>
          <p:cNvSpPr>
            <a:spLocks noGrp="1"/>
          </p:cNvSpPr>
          <p:nvPr>
            <p:ph idx="1"/>
          </p:nvPr>
        </p:nvSpPr>
        <p:spPr/>
        <p:txBody>
          <a:bodyPr/>
          <a:lstStyle/>
          <a:p>
            <a:r>
              <a:rPr lang="en-AE" b="1" dirty="0"/>
              <a:t>Lorem</a:t>
            </a:r>
            <a:r>
              <a:rPr lang="en-AE" dirty="0"/>
              <a:t> is an adventurous and curious individual, always eager to embark on new quests and explore the unknown. With an energetic spirit and a heart full of wonder, Lorem often leads the way into exciting escapades and encourages others to join in the journey.</a:t>
            </a:r>
          </a:p>
          <a:p>
            <a:r>
              <a:rPr lang="en-AE" b="1" dirty="0"/>
              <a:t>Ipsum</a:t>
            </a:r>
            <a:r>
              <a:rPr lang="en-AE" dirty="0"/>
              <a:t>, in contrast, is thoughtful and wise, preferring to reflect on the deeper meaning behind each adventure. Calm and analytical, Ipsum brings balance to the duo, offering insight, careful planning, and a steady presence throughout their travels.</a:t>
            </a:r>
          </a:p>
          <a:p>
            <a:r>
              <a:rPr lang="en-AE" dirty="0"/>
              <a:t>Together, Lorem and Ipsum complement each other perfectly: Lorem’s boldness and enthusiasm paired with Ipsum’s wisdom and prudence make them an inseparable team, ready to face any challenge and discover new stories side by side.</a:t>
            </a:r>
          </a:p>
          <a:p>
            <a:endParaRPr lang="en-AE" dirty="0"/>
          </a:p>
        </p:txBody>
      </p:sp>
    </p:spTree>
    <p:extLst>
      <p:ext uri="{BB962C8B-B14F-4D97-AF65-F5344CB8AC3E}">
        <p14:creationId xmlns:p14="http://schemas.microsoft.com/office/powerpoint/2010/main" val="449293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09460-7CCC-2574-EF47-B3181483150B}"/>
              </a:ext>
            </a:extLst>
          </p:cNvPr>
          <p:cNvSpPr>
            <a:spLocks noGrp="1"/>
          </p:cNvSpPr>
          <p:nvPr>
            <p:ph type="ctrTitle"/>
          </p:nvPr>
        </p:nvSpPr>
        <p:spPr/>
        <p:txBody>
          <a:bodyPr/>
          <a:lstStyle/>
          <a:p>
            <a:endParaRPr lang="en-AE" dirty="0"/>
          </a:p>
        </p:txBody>
      </p:sp>
      <p:sp>
        <p:nvSpPr>
          <p:cNvPr id="3" name="Subtitle 2">
            <a:extLst>
              <a:ext uri="{FF2B5EF4-FFF2-40B4-BE49-F238E27FC236}">
                <a16:creationId xmlns:a16="http://schemas.microsoft.com/office/drawing/2014/main" id="{9A78E06A-A574-6297-14AA-BF5054E9FE26}"/>
              </a:ext>
            </a:extLst>
          </p:cNvPr>
          <p:cNvSpPr>
            <a:spLocks noGrp="1"/>
          </p:cNvSpPr>
          <p:nvPr>
            <p:ph type="subTitle" idx="1"/>
          </p:nvPr>
        </p:nvSpPr>
        <p:spPr/>
        <p:txBody>
          <a:bodyPr/>
          <a:lstStyle/>
          <a:p>
            <a:r>
              <a:rPr lang="en-AE" b="1" dirty="0"/>
              <a:t>The Adventures of Lorem and Ipsum</a:t>
            </a:r>
          </a:p>
          <a:p>
            <a:endParaRPr lang="en-AE" dirty="0"/>
          </a:p>
        </p:txBody>
      </p:sp>
      <p:pic>
        <p:nvPicPr>
          <p:cNvPr id="4" name="Picture 3" descr="What Is Lorem Ipsum and Why Is It Used ...">
            <a:extLst>
              <a:ext uri="{FF2B5EF4-FFF2-40B4-BE49-F238E27FC236}">
                <a16:creationId xmlns:a16="http://schemas.microsoft.com/office/drawing/2014/main" id="{D8D38912-8A9C-7036-76C0-77DBC1027C1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1208" y="548642"/>
            <a:ext cx="7478991" cy="3630972"/>
          </a:xfrm>
          <a:prstGeom prst="rect">
            <a:avLst/>
          </a:prstGeom>
          <a:noFill/>
          <a:ln>
            <a:noFill/>
          </a:ln>
        </p:spPr>
      </p:pic>
    </p:spTree>
    <p:extLst>
      <p:ext uri="{BB962C8B-B14F-4D97-AF65-F5344CB8AC3E}">
        <p14:creationId xmlns:p14="http://schemas.microsoft.com/office/powerpoint/2010/main" val="36677309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C233C-CA0E-92C8-1307-40D947B80205}"/>
              </a:ext>
            </a:extLst>
          </p:cNvPr>
          <p:cNvSpPr>
            <a:spLocks noGrp="1"/>
          </p:cNvSpPr>
          <p:nvPr>
            <p:ph type="title"/>
          </p:nvPr>
        </p:nvSpPr>
        <p:spPr/>
        <p:txBody>
          <a:bodyPr/>
          <a:lstStyle/>
          <a:p>
            <a:r>
              <a:rPr lang="en-AE" dirty="0"/>
              <a:t>The Adventures of Lorem and Ipsum</a:t>
            </a:r>
            <a:br>
              <a:rPr lang="en-AE" dirty="0"/>
            </a:br>
            <a:endParaRPr lang="en-AE" dirty="0"/>
          </a:p>
        </p:txBody>
      </p:sp>
      <p:sp>
        <p:nvSpPr>
          <p:cNvPr id="3" name="Content Placeholder 2">
            <a:extLst>
              <a:ext uri="{FF2B5EF4-FFF2-40B4-BE49-F238E27FC236}">
                <a16:creationId xmlns:a16="http://schemas.microsoft.com/office/drawing/2014/main" id="{0DA19A87-2CC4-B7E1-1293-6CB7227E56AF}"/>
              </a:ext>
            </a:extLst>
          </p:cNvPr>
          <p:cNvSpPr>
            <a:spLocks noGrp="1"/>
          </p:cNvSpPr>
          <p:nvPr>
            <p:ph idx="1"/>
          </p:nvPr>
        </p:nvSpPr>
        <p:spPr/>
        <p:txBody>
          <a:bodyPr/>
          <a:lstStyle/>
          <a:p>
            <a:r>
              <a:rPr lang="en-AE" dirty="0"/>
              <a:t>In a quaint village nestled between rolling hills, there lived two inseparable friends: Lorem and Ipsum. Lorem, with a knack for adventure and a heart full of curiosity, was always the first to suggest a new quest. Ipsum, on the other hand, was thoughtful and wise, preferring to ponder over the meaning behind each journey. Together, they dreamed of exploring the world beyond their familiar fields, eager to discover what mysteries awaited them.</a:t>
            </a:r>
          </a:p>
          <a:p>
            <a:endParaRPr lang="en-AE" dirty="0"/>
          </a:p>
        </p:txBody>
      </p:sp>
    </p:spTree>
    <p:extLst>
      <p:ext uri="{BB962C8B-B14F-4D97-AF65-F5344CB8AC3E}">
        <p14:creationId xmlns:p14="http://schemas.microsoft.com/office/powerpoint/2010/main" val="21880116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2659-0F55-7601-34C6-E087B08A85C2}"/>
              </a:ext>
            </a:extLst>
          </p:cNvPr>
          <p:cNvSpPr>
            <a:spLocks noGrp="1"/>
          </p:cNvSpPr>
          <p:nvPr>
            <p:ph type="title"/>
          </p:nvPr>
        </p:nvSpPr>
        <p:spPr/>
        <p:txBody>
          <a:bodyPr/>
          <a:lstStyle/>
          <a:p>
            <a:r>
              <a:rPr lang="en-AE" dirty="0"/>
              <a:t>The Whispering Woods Quest</a:t>
            </a:r>
            <a:br>
              <a:rPr lang="en-AE" dirty="0"/>
            </a:br>
            <a:endParaRPr lang="en-AE" dirty="0"/>
          </a:p>
        </p:txBody>
      </p:sp>
      <p:sp>
        <p:nvSpPr>
          <p:cNvPr id="3" name="Content Placeholder 2">
            <a:extLst>
              <a:ext uri="{FF2B5EF4-FFF2-40B4-BE49-F238E27FC236}">
                <a16:creationId xmlns:a16="http://schemas.microsoft.com/office/drawing/2014/main" id="{469EC8D6-E1DE-155F-3F36-EFF6D882E658}"/>
              </a:ext>
            </a:extLst>
          </p:cNvPr>
          <p:cNvSpPr>
            <a:spLocks noGrp="1"/>
          </p:cNvSpPr>
          <p:nvPr>
            <p:ph idx="1"/>
          </p:nvPr>
        </p:nvSpPr>
        <p:spPr/>
        <p:txBody>
          <a:bodyPr>
            <a:normAutofit fontScale="85000" lnSpcReduction="10000"/>
          </a:bodyPr>
          <a:lstStyle/>
          <a:p>
            <a:r>
              <a:rPr lang="en-AE" dirty="0"/>
              <a:t>Not long after their return from the Library of Syntax, Lorem and Ipsum found themselves itching for a new adventure. One evening, as the village gathered around the fire, a mysterious traveler recounted tales of the Whispering Woods—a forest where the trees were said to share secrets in voices only the brave could hear.</a:t>
            </a:r>
          </a:p>
          <a:p>
            <a:r>
              <a:rPr lang="en-AE" b="1" dirty="0"/>
              <a:t>Setting Out into the Unknown</a:t>
            </a:r>
          </a:p>
          <a:p>
            <a:pPr marL="0" indent="0">
              <a:buNone/>
            </a:pPr>
            <a:r>
              <a:rPr lang="en-AE" dirty="0"/>
              <a:t>Drawn to the mystery, Lorem’s eyes sparkled with excitement, while Ipsum weighed the risks and thought about what knowledge might be hidden among the ancient branches. By dawn, the friends had packed their satchels with snacks, notebooks, and a compass that Ipsum insisted would keep them from getting lost.</a:t>
            </a:r>
          </a:p>
          <a:p>
            <a:r>
              <a:rPr lang="en-AE" b="1" dirty="0"/>
              <a:t>Challenges and Revelations</a:t>
            </a:r>
          </a:p>
          <a:p>
            <a:pPr marL="0" indent="0">
              <a:buNone/>
            </a:pPr>
            <a:r>
              <a:rPr lang="en-AE" dirty="0"/>
              <a:t>Upon entering the woods, the whispers began—soft, elusive, and full of riddles. Lorem wanted to chase every voice, darting from tree to tree, but Ipsum advised patience, suggesting they listen carefully and record the patterns. As they explored, they encountered gentle breezes that carried snippets of poetry, and shadows that danced in the corners of their eyes, hinting at stories long forgotten.</a:t>
            </a:r>
          </a:p>
          <a:p>
            <a:endParaRPr lang="en-AE" dirty="0"/>
          </a:p>
        </p:txBody>
      </p:sp>
    </p:spTree>
    <p:extLst>
      <p:ext uri="{BB962C8B-B14F-4D97-AF65-F5344CB8AC3E}">
        <p14:creationId xmlns:p14="http://schemas.microsoft.com/office/powerpoint/2010/main" val="2109669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69230-5E48-CAEF-1CD6-AA050E850E47}"/>
              </a:ext>
            </a:extLst>
          </p:cNvPr>
          <p:cNvSpPr>
            <a:spLocks noGrp="1"/>
          </p:cNvSpPr>
          <p:nvPr>
            <p:ph type="title"/>
          </p:nvPr>
        </p:nvSpPr>
        <p:spPr/>
        <p:txBody>
          <a:bodyPr/>
          <a:lstStyle/>
          <a:p>
            <a:r>
              <a:rPr lang="en-AE" dirty="0"/>
              <a:t>A Triumphant Return</a:t>
            </a:r>
            <a:br>
              <a:rPr lang="en-AE" dirty="0"/>
            </a:br>
            <a:endParaRPr lang="en-AE" dirty="0"/>
          </a:p>
        </p:txBody>
      </p:sp>
      <p:sp>
        <p:nvSpPr>
          <p:cNvPr id="3" name="Content Placeholder 2">
            <a:extLst>
              <a:ext uri="{FF2B5EF4-FFF2-40B4-BE49-F238E27FC236}">
                <a16:creationId xmlns:a16="http://schemas.microsoft.com/office/drawing/2014/main" id="{792A7FA9-64BD-2AC4-3023-1424638B6748}"/>
              </a:ext>
            </a:extLst>
          </p:cNvPr>
          <p:cNvSpPr>
            <a:spLocks noGrp="1"/>
          </p:cNvSpPr>
          <p:nvPr>
            <p:ph idx="1"/>
          </p:nvPr>
        </p:nvSpPr>
        <p:spPr/>
        <p:txBody>
          <a:bodyPr/>
          <a:lstStyle/>
          <a:p>
            <a:r>
              <a:rPr lang="en-AE" b="1" dirty="0"/>
              <a:t>A Triumphant Return</a:t>
            </a:r>
          </a:p>
          <a:p>
            <a:r>
              <a:rPr lang="en-AE" dirty="0"/>
              <a:t>With the woods’ secrets safely noted in their journals, Lorem and Ipsum returned to their village. They shared their findings, inspiring others to listen closely to the world around them and to seek adventure in the everyday. Their bond had grown even stronger, and they knew many more stories awaited just beyond the next horizon.</a:t>
            </a:r>
          </a:p>
          <a:p>
            <a:endParaRPr lang="en-AE" dirty="0"/>
          </a:p>
        </p:txBody>
      </p:sp>
    </p:spTree>
    <p:extLst>
      <p:ext uri="{BB962C8B-B14F-4D97-AF65-F5344CB8AC3E}">
        <p14:creationId xmlns:p14="http://schemas.microsoft.com/office/powerpoint/2010/main" val="1021073326"/>
      </p:ext>
    </p:extLst>
  </p:cSld>
  <p:clrMapOvr>
    <a:masterClrMapping/>
  </p:clrMapOvr>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 id="{83D43F4A-02D5-42AD-9542-27487597C212}" vid="{14154C61-C2E2-42F2-9833-4EC39495D4C7}"/>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5</TotalTime>
  <Words>515</Words>
  <Application>Microsoft Macintosh PowerPoint</Application>
  <PresentationFormat>Widescreen</PresentationFormat>
  <Paragraphs>18</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Neue Haas Grotesk Text Pro</vt:lpstr>
      <vt:lpstr>Helena</vt:lpstr>
      <vt:lpstr>Lorem Ipsum</vt:lpstr>
      <vt:lpstr>Introduction to Lorem Ipsum </vt:lpstr>
      <vt:lpstr>PowerPoint Presentation</vt:lpstr>
      <vt:lpstr>The Adventures of Lorem and Ipsum </vt:lpstr>
      <vt:lpstr>The Whispering Woods Quest </vt:lpstr>
      <vt:lpstr>A Triumphant Return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Nadeem Ishqair</dc:creator>
  <cp:lastModifiedBy>Nadeem Ishqair</cp:lastModifiedBy>
  <cp:revision>1</cp:revision>
  <dcterms:created xsi:type="dcterms:W3CDTF">2025-08-07T17:55:25Z</dcterms:created>
  <dcterms:modified xsi:type="dcterms:W3CDTF">2025-08-07T18:00:45Z</dcterms:modified>
</cp:coreProperties>
</file>